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73" r:id="rId7"/>
    <p:sldId id="265" r:id="rId8"/>
    <p:sldId id="266" r:id="rId9"/>
    <p:sldId id="267" r:id="rId10"/>
    <p:sldId id="268" r:id="rId11"/>
    <p:sldId id="269" r:id="rId12"/>
    <p:sldId id="276" r:id="rId13"/>
    <p:sldId id="27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35EB6-03FE-4993-944E-5410D9FD907E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95BFA-F25B-4373-B7E4-049BD59AAD72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7CD-D249-4CCA-9DDA-2EE33A79E8E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7CD-D249-4CCA-9DDA-2EE33A79E8E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7CD-D249-4CCA-9DDA-2EE33A79E8E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7CD-D249-4CCA-9DDA-2EE33A79E8E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7CD-D249-4CCA-9DDA-2EE33A79E8E0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7CD-D249-4CCA-9DDA-2EE33A79E8E0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7CD-D249-4CCA-9DDA-2EE33A79E8E0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7CD-D249-4CCA-9DDA-2EE33A79E8E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7CD-D249-4CCA-9DDA-2EE33A79E8E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7CD-D249-4CCA-9DDA-2EE33A79E8E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7CD-D249-4CCA-9DDA-2EE33A79E8E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457CD-D249-4CCA-9DDA-2EE33A79E8E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15600" y="2130800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endParaRPr lang="ru-RU" sz="3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Bef>
                <a:spcPts val="0"/>
              </a:spcBef>
            </a:pPr>
            <a:r>
              <a:rPr lang="ru-RU" sz="3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Разработка мессенджера </a:t>
            </a:r>
            <a:r>
              <a:rPr lang="en-US" altLang="en-US" sz="3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</a:t>
            </a:r>
            <a:r>
              <a:rPr lang="en-US" altLang="ru-RU" sz="3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GameChat</a:t>
            </a:r>
            <a:r>
              <a:rPr lang="en-US" altLang="en-US" sz="3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»</a:t>
            </a:r>
            <a:endParaRPr lang="en-US" altLang="en-US" sz="3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201200" y="4583068"/>
            <a:ext cx="5670800" cy="171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Выполнил: студент группы КИПС-211.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r"/>
            <a:r>
              <a:rPr lang="ru-RU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Костюк И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r>
              <a:rPr lang="ru-RU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r"/>
            <a:r>
              <a:rPr lang="ru-RU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Дипломный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руководитель: 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r"/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Дегтярёв А.Д.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1259"/>
            <a:ext cx="10515600" cy="1325563"/>
          </a:xfrm>
        </p:spPr>
        <p:txBody>
          <a:bodyPr/>
          <a:lstStyle/>
          <a:p>
            <a:r>
              <a:rPr lang="ru-RU" dirty="0"/>
              <a:t>Актуальность разработки</a:t>
            </a:r>
            <a:endParaRPr lang="en-US" alt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31800" algn="just" fontAlgn="auto">
              <a:buNone/>
            </a:pPr>
            <a:r>
              <a:rPr lang="en-US" altLang="en-US"/>
              <a:t>Коммуникация между игроками </a:t>
            </a:r>
            <a:r>
              <a:rPr lang="en-US" altLang="en-US"/>
              <a:t>является важным аспектом игрового процесса. Игровые мессенджеры, позволяющие пользователям обмениваться сообщениями, находить единомышленников и обсуждать стратегии, приобретают все большую популярность. Однако существующие решения зачастую не удовлетворяют потребности игроков в удобстве, функциональности и безопасности. Таким образом, разработка специализированного игрового мессенджера является актуальной и востребованной задачей.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31800" algn="just" fontAlgn="auto">
              <a:buClrTx/>
              <a:buSzTx/>
              <a:buNone/>
            </a:pPr>
            <a:r>
              <a:rPr lang="en-US" altLang="en-US" sz="2800"/>
              <a:t>Цель:</a:t>
            </a:r>
            <a:r>
              <a:rPr lang="en-US" altLang="en-US"/>
              <a:t> </a:t>
            </a:r>
            <a:r>
              <a:rPr lang="en-US" altLang="en-US" sz="2800"/>
              <a:t>обеспечение комфортной и эффективной коммуникации между игроками.</a:t>
            </a:r>
            <a:endParaRPr lang="en-US" altLang="en-US" sz="2800"/>
          </a:p>
          <a:p>
            <a:pPr marL="0" indent="431800" algn="just" fontAlgn="auto">
              <a:buClrTx/>
              <a:buSzTx/>
              <a:buNone/>
            </a:pPr>
            <a:r>
              <a:rPr lang="en-US" altLang="en-US" sz="2800"/>
              <a:t>Задачи: </a:t>
            </a:r>
            <a:endParaRPr lang="en-US" altLang="en-US" sz="2800"/>
          </a:p>
          <a:p>
            <a:pPr marL="0" indent="431800" algn="just" fontAlgn="auto">
              <a:buClrTx/>
              <a:buSzTx/>
              <a:buNone/>
            </a:pPr>
            <a:r>
              <a:rPr lang="en-US" altLang="en-US" sz="2800"/>
              <a:t>1) проектирование архитектуры приложения</a:t>
            </a:r>
            <a:endParaRPr lang="en-US" altLang="en-US" sz="2800"/>
          </a:p>
          <a:p>
            <a:pPr marL="0" indent="431800" algn="just" fontAlgn="auto">
              <a:buClrTx/>
              <a:buSzTx/>
              <a:buNone/>
            </a:pPr>
            <a:r>
              <a:rPr lang="en-US" altLang="en-US" sz="2800"/>
              <a:t>2) создание пользовательского интерфейса</a:t>
            </a:r>
            <a:endParaRPr lang="en-US" altLang="en-US" sz="2800"/>
          </a:p>
          <a:p>
            <a:pPr marL="0" indent="431800" algn="just" fontAlgn="auto">
              <a:buClrTx/>
              <a:buSzTx/>
              <a:buNone/>
            </a:pPr>
            <a:r>
              <a:rPr lang="en-US" altLang="en-US" sz="2800"/>
              <a:t>3) разработка основного функционала</a:t>
            </a:r>
            <a:endParaRPr lang="en-US" altLang="en-US" sz="2800"/>
          </a:p>
          <a:p>
            <a:pPr marL="0" indent="431800" algn="just" fontAlgn="auto">
              <a:buClrTx/>
              <a:buSzTx/>
              <a:buNone/>
            </a:pPr>
            <a:r>
              <a:rPr lang="en-US" altLang="en-US" sz="2800"/>
              <a:t>4) обеспечение безопасности данных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Аналог </a:t>
            </a:r>
            <a:r>
              <a:rPr lang="en-US" dirty="0"/>
              <a:t>Discord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705985" cy="4351655"/>
          </a:xfrm>
        </p:spPr>
        <p:txBody>
          <a:bodyPr>
            <a:normAutofit lnSpcReduction="20000"/>
          </a:bodyPr>
          <a:lstStyle/>
          <a:p>
            <a:pPr marL="0" indent="0" algn="just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en-US" sz="2800"/>
              <a:t>Преимущества:</a:t>
            </a:r>
            <a:endParaRPr lang="en-US" altLang="en-US" sz="2800"/>
          </a:p>
          <a:p>
            <a:pPr marL="0" indent="0" algn="just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en-US" sz="2800"/>
              <a:t>- бесплатность</a:t>
            </a:r>
            <a:endParaRPr lang="en-US" altLang="en-US" sz="2800"/>
          </a:p>
          <a:p>
            <a:pPr marL="0" indent="0" algn="just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en-US" sz="2800"/>
              <a:t>- многофункциональность</a:t>
            </a:r>
            <a:endParaRPr lang="en-US" altLang="en-US" sz="2800"/>
          </a:p>
          <a:p>
            <a:pPr marL="0" indent="0" algn="just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en-US" sz="2800"/>
              <a:t>- сообщество</a:t>
            </a:r>
            <a:endParaRPr lang="en-US" altLang="en-US" sz="2800"/>
          </a:p>
          <a:p>
            <a:pPr marL="0" indent="0" algn="just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en-US" sz="2800"/>
              <a:t>- интеграции</a:t>
            </a:r>
            <a:endParaRPr lang="en-US" altLang="en-US" sz="2800"/>
          </a:p>
          <a:p>
            <a:pPr marL="0" indent="0" algn="just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en-US" altLang="en-US" sz="2800"/>
          </a:p>
          <a:p>
            <a:pPr marL="0" indent="0" algn="just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en-US" sz="2800"/>
              <a:t>Недостатки:</a:t>
            </a:r>
            <a:endParaRPr lang="en-US" altLang="en-US" sz="2800"/>
          </a:p>
          <a:p>
            <a:pPr marL="0" indent="0" algn="just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en-US" sz="2800"/>
              <a:t>- </a:t>
            </a:r>
            <a:r>
              <a:rPr lang="ru-RU" altLang="en-US" sz="2800"/>
              <a:t>блокировка в РФ</a:t>
            </a:r>
            <a:endParaRPr lang="en-US" altLang="en-US" sz="2800"/>
          </a:p>
          <a:p>
            <a:pPr marL="0" indent="0" algn="just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en-US" sz="2800"/>
              <a:t>- плохая поддержка</a:t>
            </a:r>
            <a:endParaRPr lang="en-US" altLang="en-US" sz="2800"/>
          </a:p>
        </p:txBody>
      </p:sp>
      <p:pic>
        <p:nvPicPr>
          <p:cNvPr id="9" name="Изображение 8" descr="disco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5205" y="1825625"/>
            <a:ext cx="5753735" cy="2860675"/>
          </a:xfrm>
          <a:prstGeom prst="rect">
            <a:avLst/>
          </a:prstGeom>
        </p:spPr>
      </p:pic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Выбор инструментов реализации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838200" y="2090420"/>
            <a:ext cx="10515600" cy="2312670"/>
          </a:xfrm>
        </p:spPr>
        <p:txBody>
          <a:bodyPr/>
          <a:p>
            <a:r>
              <a:rPr lang="en-US" altLang="en-US"/>
              <a:t>язык</a:t>
            </a:r>
            <a:r>
              <a:rPr lang="en-US" altLang="ru-RU"/>
              <a:t> </a:t>
            </a:r>
            <a:r>
              <a:rPr lang="en-US" altLang="en-US"/>
              <a:t>программирования -</a:t>
            </a:r>
            <a:r>
              <a:rPr lang="en-US" altLang="ru-RU"/>
              <a:t> C#</a:t>
            </a:r>
            <a:endParaRPr lang="en-US" altLang="ru-RU"/>
          </a:p>
          <a:p>
            <a:r>
              <a:rPr lang="en-US" altLang="en-US"/>
              <a:t>инструмент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разработки</a:t>
            </a:r>
            <a:r>
              <a:rPr lang="en-US" altLang="ru-RU"/>
              <a:t> </a:t>
            </a:r>
            <a:r>
              <a:rPr lang="en-US" altLang="en-US"/>
              <a:t>клиентской</a:t>
            </a:r>
            <a:r>
              <a:rPr lang="en-US" altLang="ru-RU"/>
              <a:t> </a:t>
            </a:r>
            <a:r>
              <a:rPr lang="en-US" altLang="en-US"/>
              <a:t>части -</a:t>
            </a:r>
            <a:r>
              <a:rPr lang="en-US" altLang="ru-RU"/>
              <a:t> Windows Forms</a:t>
            </a:r>
            <a:endParaRPr lang="en-US" altLang="ru-RU"/>
          </a:p>
          <a:p>
            <a:r>
              <a:rPr lang="en-US" altLang="en-US"/>
              <a:t>фреймворк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клиент</a:t>
            </a:r>
            <a:r>
              <a:rPr lang="en-US" altLang="ru-RU"/>
              <a:t>-</a:t>
            </a:r>
            <a:r>
              <a:rPr lang="en-US" altLang="en-US"/>
              <a:t>серверного</a:t>
            </a:r>
            <a:r>
              <a:rPr lang="en-US" altLang="ru-RU"/>
              <a:t> </a:t>
            </a:r>
            <a:r>
              <a:rPr lang="en-US" altLang="en-US"/>
              <a:t>взаимодействия -</a:t>
            </a:r>
            <a:r>
              <a:rPr lang="en-US" altLang="ru-RU"/>
              <a:t> WCF</a:t>
            </a:r>
            <a:endParaRPr lang="en-US" altLang="ru-RU"/>
          </a:p>
          <a:p>
            <a:r>
              <a:rPr lang="en-US" altLang="en-US"/>
              <a:t>система</a:t>
            </a:r>
            <a:r>
              <a:rPr lang="en-US" altLang="ru-RU"/>
              <a:t> </a:t>
            </a:r>
            <a:r>
              <a:rPr lang="en-US" altLang="en-US"/>
              <a:t>управления</a:t>
            </a:r>
            <a:r>
              <a:rPr lang="en-US" altLang="ru-RU"/>
              <a:t> </a:t>
            </a:r>
            <a:r>
              <a:rPr lang="en-US" altLang="en-US"/>
              <a:t>базами</a:t>
            </a:r>
            <a:r>
              <a:rPr lang="en-US" altLang="ru-RU"/>
              <a:t> </a:t>
            </a:r>
            <a:r>
              <a:rPr lang="en-US" altLang="en-US"/>
              <a:t>данных -</a:t>
            </a:r>
            <a:r>
              <a:rPr lang="en-US" altLang="ru-RU"/>
              <a:t> Microsoft</a:t>
            </a:r>
            <a:r>
              <a:rPr lang="ru-RU" altLang="en-US"/>
              <a:t> </a:t>
            </a:r>
            <a:r>
              <a:rPr lang="en-US" altLang="ru-RU"/>
              <a:t>SQL Server</a:t>
            </a:r>
            <a:endParaRPr lang="en-US" altLang="ru-RU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44145"/>
            <a:ext cx="10515600" cy="1211580"/>
          </a:xfrm>
        </p:spPr>
        <p:txBody>
          <a:bodyPr/>
          <a:p>
            <a:r>
              <a:rPr lang="ru-RU" altLang="en-US"/>
              <a:t>Клиент-серверная архитектура приложения</a:t>
            </a:r>
            <a:endParaRPr lang="ru-RU" altLang="en-US"/>
          </a:p>
        </p:txBody>
      </p:sp>
      <p:pic>
        <p:nvPicPr>
          <p:cNvPr id="8" name="Изображение 7" descr="архитектур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860" y="1663700"/>
            <a:ext cx="9098915" cy="4078605"/>
          </a:xfrm>
          <a:prstGeom prst="rect">
            <a:avLst/>
          </a:prstGeom>
        </p:spPr>
      </p:pic>
      <p:sp>
        <p:nvSpPr>
          <p:cNvPr id="3" name="Замещающий 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</p:spPr>
        <p:txBody>
          <a:bodyPr/>
          <a:p>
            <a:r>
              <a:rPr lang="ru-RU" altLang="en-US"/>
              <a:t>Реализация базы данных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4200525" y="5511800"/>
            <a:ext cx="3790950" cy="54800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ER-</a:t>
            </a:r>
            <a:r>
              <a:rPr lang="ru-RU" altLang="en-US"/>
              <a:t>модель базы данных</a:t>
            </a:r>
            <a:endParaRPr lang="ru-RU" altLang="en-US"/>
          </a:p>
        </p:txBody>
      </p:sp>
      <p:pic>
        <p:nvPicPr>
          <p:cNvPr id="4" name="Изображение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025" y="1691005"/>
            <a:ext cx="7982585" cy="363283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47315" y="0"/>
            <a:ext cx="6898005" cy="1207770"/>
          </a:xfrm>
        </p:spPr>
        <p:txBody>
          <a:bodyPr/>
          <a:p>
            <a:r>
              <a:rPr lang="ru-RU" altLang="en-US"/>
              <a:t>Регистрация и авторизация</a:t>
            </a:r>
            <a:endParaRPr lang="ru-RU" altLang="en-US"/>
          </a:p>
        </p:txBody>
      </p:sp>
      <p:pic>
        <p:nvPicPr>
          <p:cNvPr id="3" name="Изображение -21474825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9710" y="1084580"/>
            <a:ext cx="4964430" cy="28905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Изображение -2147482605" descr="Снимок экрана 2025-04-02 1445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4078605"/>
            <a:ext cx="4571365" cy="2593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Изображение -21474825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15" y="1084580"/>
            <a:ext cx="4998720" cy="29063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5290" y="205740"/>
            <a:ext cx="8821420" cy="1325880"/>
          </a:xfrm>
        </p:spPr>
        <p:txBody>
          <a:bodyPr/>
          <a:p>
            <a:r>
              <a:rPr lang="ru-RU" altLang="en-US"/>
              <a:t>Основной интерфейс мессенджера</a:t>
            </a:r>
            <a:endParaRPr lang="ru-RU" altLang="en-US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1570" y="1628775"/>
            <a:ext cx="7388860" cy="4309110"/>
          </a:xfrm>
          <a:prstGeom prst="rect">
            <a:avLst/>
          </a:prstGeom>
        </p:spPr>
      </p:pic>
      <p:sp>
        <p:nvSpPr>
          <p:cNvPr id="3" name="Замещающий 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0135" y="365125"/>
            <a:ext cx="10031095" cy="1325880"/>
          </a:xfrm>
        </p:spPr>
        <p:txBody>
          <a:bodyPr/>
          <a:p>
            <a:r>
              <a:rPr lang="ru-RU" altLang="en-US"/>
              <a:t>Демонстрация работы основных функций</a:t>
            </a:r>
            <a:endParaRPr lang="ru-RU" alt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09A8D7C-F5EE-44DD-9172-64AEB73042F9}" type="slidenum">
              <a:rPr lang="ru-RU" smtClean="0"/>
            </a:fld>
            <a:endParaRPr lang="ru-RU"/>
          </a:p>
        </p:txBody>
      </p:sp>
      <p:pic>
        <p:nvPicPr>
          <p:cNvPr id="6" name="game_chat">
            <a:hlinkClick r:id="" action="ppaction://media"/>
          </p:cNvPr>
          <p:cNvPicPr/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56590" y="1918970"/>
            <a:ext cx="10880090" cy="3754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96850"/>
            <a:ext cx="10515600" cy="1325563"/>
          </a:xfrm>
        </p:spPr>
        <p:txBody>
          <a:bodyPr/>
          <a:p>
            <a:r>
              <a:rPr lang="ru-RU" altLang="ru-RU"/>
              <a:t>Заключение</a:t>
            </a:r>
            <a:endParaRPr lang="ru-RU" altLang="ru-RU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837565" y="1522730"/>
            <a:ext cx="10516235" cy="4634230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2800"/>
              <a:t>В дальнейшем планируется:</a:t>
            </a:r>
            <a:endParaRPr lang="en-US" altLang="en-US" sz="28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None/>
            </a:pPr>
            <a:r>
              <a:rPr lang="en-US" altLang="en-US" sz="2800">
                <a:sym typeface="+mn-ea"/>
              </a:rPr>
              <a:t>-</a:t>
            </a:r>
            <a:r>
              <a:rPr lang="ru-RU" altLang="en-US" sz="2800">
                <a:sym typeface="+mn-ea"/>
              </a:rPr>
              <a:t> </a:t>
            </a:r>
            <a:r>
              <a:rPr lang="en-US" altLang="en-US" sz="2800"/>
              <a:t>разработать и внедрить дополнительные функции, такие как передача голосовых сообщений, видеозвонки, возможность обмена файлами и интеграция с игровыми платформами для улучшения взаимодействия пользователей</a:t>
            </a:r>
            <a:endParaRPr lang="en-US" altLang="en-US" sz="28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None/>
            </a:pPr>
            <a:r>
              <a:rPr lang="en-US" altLang="en-US" sz="2800">
                <a:sym typeface="+mn-ea"/>
              </a:rPr>
              <a:t>-</a:t>
            </a:r>
            <a:r>
              <a:rPr lang="ru-RU" altLang="en-US" sz="2800">
                <a:sym typeface="+mn-ea"/>
              </a:rPr>
              <a:t> </a:t>
            </a:r>
            <a:r>
              <a:rPr lang="en-US" altLang="en-US" sz="2800"/>
              <a:t>провести комплексное тестирование для выявления и устранения ошибок, а также для оптимизации работы приложения</a:t>
            </a:r>
            <a:endParaRPr lang="en-US" altLang="en-US" sz="28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sym typeface="+mn-ea"/>
              </a:rPr>
              <a:t>-</a:t>
            </a:r>
            <a:r>
              <a:rPr lang="ru-RU" altLang="en-US" sz="2800">
                <a:sym typeface="+mn-ea"/>
              </a:rPr>
              <a:t> </a:t>
            </a:r>
            <a:r>
              <a:rPr lang="en-US" altLang="en-US" sz="2800"/>
              <a:t>организовать сбор отзывов и предложений от пользователей для дальнейшего улучшения функционала и удобства использования мессенджера</a:t>
            </a:r>
            <a:endParaRPr lang="en-US" altLang="en-US" sz="2800"/>
          </a:p>
        </p:txBody>
      </p:sp>
      <p:sp>
        <p:nvSpPr>
          <p:cNvPr id="3" name="Замещающий 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09A8D7C-F5EE-44DD-9172-64AEB73042F9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1867</Words>
  <Application>WPS Presentation</Application>
  <PresentationFormat>Широкоэкранный</PresentationFormat>
  <Paragraphs>78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Times New Roman</vt:lpstr>
      <vt:lpstr>Microsoft YaHei</vt:lpstr>
      <vt:lpstr>Arial Unicode MS</vt:lpstr>
      <vt:lpstr>Calibri Light</vt:lpstr>
      <vt:lpstr>Calibri</vt:lpstr>
      <vt:lpstr>Тема Office</vt:lpstr>
      <vt:lpstr>PowerPoint 演示文稿</vt:lpstr>
      <vt:lpstr>Актуальность разработки</vt:lpstr>
      <vt:lpstr>Цель и задачи</vt:lpstr>
      <vt:lpstr>Аналог Discord</vt:lpstr>
      <vt:lpstr>Выбор инструментов реализации</vt:lpstr>
      <vt:lpstr>Клиент-серверная архитектура приложения</vt:lpstr>
      <vt:lpstr>Реализация базы данных</vt:lpstr>
      <vt:lpstr>Регистрация и авторизация</vt:lpstr>
      <vt:lpstr>Основной интерфейс мессенджера</vt:lpstr>
      <vt:lpstr>Демонстрация работы основных функций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Алексей Глушак</dc:creator>
  <cp:lastModifiedBy>Denny</cp:lastModifiedBy>
  <cp:revision>22</cp:revision>
  <dcterms:created xsi:type="dcterms:W3CDTF">2025-05-09T20:23:00Z</dcterms:created>
  <dcterms:modified xsi:type="dcterms:W3CDTF">2025-06-15T10:22:03Z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E6B202A39D8A4643AF4CEFDD0805341F_13</vt:lpwstr>
  </property>
  <property fmtid="{D5CDD505-2E9C-101B-9397-08002B2CF9AE}" pid="3" name="KSOProductBuildVer">
    <vt:lpwstr>1049-12.2.0.21179</vt:lpwstr>
  </property>
</Properties>
</file>